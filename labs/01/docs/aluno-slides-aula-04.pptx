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kg/assets/cesar-school-negat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867213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03120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DA COMPUTAÇÃO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77240" y="2432304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3163824"/>
            <a:ext cx="10634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04 — Exercício 01: o schema é seu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356616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· Ciclo 1 — Do dado ao valor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" y="3803904"/>
            <a:ext cx="1371600" cy="5029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13308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Carlos Diego Cavalcanti Pereira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40740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Bacharelado em Ciência da Computação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04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construir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2 min]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87424"/>
            <a:ext cx="106344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dos cinco blocos do template são seus. O bucket e o database vêm prontos — o assunto de hoje é o catálogo.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936242"/>
            <a:ext cx="241173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91690"/>
            <a:ext cx="208254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1832" y="2367534"/>
            <a:ext cx="2082546" cy="35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pronto · 30 objetos · 112,21 MB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88970" y="245287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18154" y="1936242"/>
            <a:ext cx="2411730" cy="1325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15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2746" y="2091690"/>
            <a:ext cx="208254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Table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82746" y="2367534"/>
            <a:ext cx="2082546" cy="17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9 colunas declaradas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29884" y="245287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9068" y="1936242"/>
            <a:ext cx="2411730" cy="1325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15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3660" y="2091690"/>
            <a:ext cx="208254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23660" y="2367534"/>
            <a:ext cx="2082546" cy="17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≥ 3, uma delas a de hoje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70798" y="245287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99982" y="1936242"/>
            <a:ext cx="2411730" cy="1325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15A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64574" y="2091690"/>
            <a:ext cx="208254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Workgroup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64574" y="2367534"/>
            <a:ext cx="2082546" cy="17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 teto sai de uma medição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3737610"/>
            <a:ext cx="41148" cy="93268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856482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SUMIU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78408" y="4075938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AWS::Glue::Crawler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AWS::IAM::Role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 junto: sem processo, não há permissão a conceder. Com o Crawler vai embora 88% do custo.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fazia por dedução, vocês fazem por declaração — e assinam embaixo.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04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RUBRICA PÚBLICA · NÃO MUDA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4 min]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55648"/>
          <a:ext cx="106344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519672"/>
                <a:gridCol w="219456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é verificado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Crawler.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Não há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AWS::Glue::Crawler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há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AWS::Glue::Table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verifica.sh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cinco outputs de contrato existem e estão preenchidos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verifica.sh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declarado: ≥ 8 colunas e chave de partição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Glue 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partições, uma delas a de hoje, com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Location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certo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Glue 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teto mata a consulta larga e deixa passar a estreita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limpo: nenhum recurso órfão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--pos-destroy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DECISOES.md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uma justificativa por decisão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leitura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297680"/>
            <a:ext cx="41148" cy="47548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4416552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decisão diferente da do gabarito, bem justificada, vale 10. Uma decisão igual à do gabarito, sem justificativa, não passa de 8.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04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RODAR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da conta e da entrega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 min]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1812" y="183648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55648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é uma só, e é compartilhada.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um tem um usuário IAM, e o seu login é o sufixo de todos os seus recursos: bucket, database e workgroup. É ele que separa o seu lake do lake do colega.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" y="2467417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386584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usuário só enxerga o que é seu.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política nega Athena fora do seu workgroup — inclusive no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é o padrão do console. Se a consulta não roda, confira o workgroup antes de qualquer outra coisa.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" y="309835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1752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sempre.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Recurso criado em outra região não aparece para ninguém e continua cobrando.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" y="3491545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10712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comandos saem da raiz do pacote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nunca de dentro de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infra/*.sh verificacao/*.sh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do primeiro.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" y="3884737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803904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 ao fim da aula com o template,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parameters.json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DECISOES.md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a saída do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verifica.sh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colada — inclusive a do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--pos-destroy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04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minutos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55 min]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487424"/>
            <a:ext cx="106344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relógio comanda. Quem estiver fora do checkpoint levanta a mão ali, não aos 85 minutos.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36242"/>
          <a:ext cx="106344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71432"/>
              </a:tblGrid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precisa estar de pé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deploy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passou — a stack está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CREATE_COMPLETE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consulta estreita responde com as dez linhas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verifica.sh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verde e PR aberto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7240" y="3819906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408" y="3938778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ORDEM DO SOCORRO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78408" y="4158234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o erro · leia os eventos da stack no console · leia o roteiro do laboratório · chame o professor.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Nessa ordem.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734306"/>
            <a:ext cx="106344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4853178"/>
            <a:ext cx="10122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decisões estão marcadas no esqueleto, no ponto do arquivo em que cada uma acontece.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o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DECISOES.md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enquanto decide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no fim — no fim ninguém lembra por que escolheu.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04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verifica.sh</a:t>
            </a:r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 tela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9 min]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87424"/>
            <a:ext cx="106344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roda na conta de vocês, antes da entrega. A nota não é surpresa.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936242"/>
            <a:ext cx="10634472" cy="181813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082546"/>
            <a:ext cx="10341864" cy="152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./verificacao/verifica.sh &lt;seu-login&gt;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2 - schema declarado (25%)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colunas declaradas: 9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chave de particao: dt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[PASSA]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≥ 8 colunas e chave de particao dt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valor foi declarado como: double  (DECISAO 01 - justifique)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1812" y="4091239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01040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critério 0 para a verificação.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ele achar um Crawler, o script sai ali. Não é um aviso: é o exercício inteiro.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" y="448443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03598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critério 4 roda as duas consultas de verdade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mostra os bytes de cada uma. A larga precisa falhar; a estreita precisa responder.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" y="487762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79679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bloco de evidência do fim é o que vai colado no PR.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Rode antes de entregar.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04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entrega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 min]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10634472" cy="748284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901952"/>
            <a:ext cx="10341864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./infra/destroy.sh &lt;seu-login&gt;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./verificacao/verifica.sh &lt;seu-login&gt;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--pos-destroy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778252"/>
            <a:ext cx="5125212" cy="129753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24556"/>
            <a:ext cx="47594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DESTROY IMPRIME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3144012"/>
            <a:ext cx="4759452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por recurso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473806"/>
            <a:ext cx="475945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[limpo]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[SOBROU]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o script sai com código 1 se algo restou. Linha em branco não é evidência de nada.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86500" y="2778252"/>
            <a:ext cx="5125212" cy="15253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9380" y="2924556"/>
            <a:ext cx="47594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VAI NO PR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69380" y="3144012"/>
            <a:ext cx="4759452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coisas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9380" y="3473806"/>
            <a:ext cx="4759452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infra/template.yaml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infra/parameters.json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DECISOES.md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 saída do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verifica.sh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incluindo a do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--pos-destroy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541368"/>
            <a:ext cx="41148" cy="71323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660240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aceite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cortesia. Recurso órfão derruba o critério 5 inteiro — e continua cobrando na conta da disciplina, que é a mesma de todo mundo.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04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quebrou hoje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 min]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87424"/>
            <a:ext cx="106344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erros abaixo são os previsíveis. Os que apareceram de verdade estão no quadro.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1812" y="2017075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936242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não bate com a chave.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Athena devolveu zero linha, sem erro. É a mesma família do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data_corrida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aula passada: a resposta parece certa, e não é.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812" y="264801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67178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 colunas de tempo.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devolveu nulo em todas as linhas. O schema estava certo e a leitura estava errada — e nada avisou.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" y="3278947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198114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teto que nunca toca.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Freio que ninguém sente é decoração, e o do laboratório era exatamente isso.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" y="3672139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59130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27 partições invisíveis.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Elas existem no S3, estão pagas, e para quem pergunta não existem. Dado não catalogado é dado que não existe.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66794"/>
            <a:ext cx="41148" cy="117043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185666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DISCUSSÃO DA AULA 03, COBRADA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78408" y="4405122"/>
            <a:ext cx="10213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 escolheram declarar o schema, e pagaram o preço: cinco decisões, três partições à mão, e ninguém para registrar a de amanhã.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Crawler fazia isso em 40 segundos.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substituto dele tem nome e número de aula — orquestração, Aula 21. No Ciclo 2 a ferramenta muda: a mesma stack, em Terraform.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kg/assets/cesar-school-posit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867213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774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3291840"/>
            <a:ext cx="1371600" cy="5029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360273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 School · Graduação em Ciência da Computação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393192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Carlos Diego Cavalcanti Pereira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420624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cdcp@cesar.school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2026-08-14T18:39:29Z</dcterms:created>
  <dcterms:modified xsi:type="dcterms:W3CDTF">2026-08-14T18:39:29Z</dcterms:modified>
</cp:coreProperties>
</file>